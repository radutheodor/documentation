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End-to-End: Deliver Patch to Production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Stages, test types, pipelines, and triggers — component tests in CI only, smoke tests are app/system level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78992" cy="475488"/>
          </a:xfrm>
          <a:prstGeom prst="rect">
            <a:avLst/>
          </a:prstGeom>
          <a:solidFill>
            <a:srgbClr val="92847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13232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hotfix/*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08760" y="8229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654C"/>
                </a:solidFill>
              </a:rPr>
              <a:t>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82496" y="713232"/>
            <a:ext cx="1078992" cy="475488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9" name="Text 7"/>
          <p:cNvSpPr/>
          <p:nvPr/>
        </p:nvSpPr>
        <p:spPr>
          <a:xfrm>
            <a:off x="1682496" y="713232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release/x.y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34056" y="8229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654C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07792" y="713232"/>
            <a:ext cx="1078992" cy="475488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2" name="Text 10"/>
          <p:cNvSpPr/>
          <p:nvPr/>
        </p:nvSpPr>
        <p:spPr>
          <a:xfrm>
            <a:off x="2907792" y="713232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Artifactory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59352" y="8229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654C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33088" y="713232"/>
            <a:ext cx="1078992" cy="475488"/>
          </a:xfrm>
          <a:prstGeom prst="rect">
            <a:avLst/>
          </a:prstGeom>
          <a:solidFill>
            <a:srgbClr val="5A8BA5"/>
          </a:solidFill>
          <a:ln/>
        </p:spPr>
      </p:sp>
      <p:sp>
        <p:nvSpPr>
          <p:cNvPr id="15" name="Text 13"/>
          <p:cNvSpPr/>
          <p:nvPr/>
        </p:nvSpPr>
        <p:spPr>
          <a:xfrm>
            <a:off x="4133088" y="713232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84648" y="8229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654C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58384" y="713232"/>
            <a:ext cx="1078992" cy="475488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8" name="Text 16"/>
          <p:cNvSpPr/>
          <p:nvPr/>
        </p:nvSpPr>
        <p:spPr>
          <a:xfrm>
            <a:off x="5358384" y="713232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9944" y="8229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654C"/>
                </a:solidFill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713232"/>
            <a:ext cx="1078992" cy="475488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713232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35240" y="82296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654C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08976" y="713232"/>
            <a:ext cx="1078992" cy="475488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24" name="Text 22"/>
          <p:cNvSpPr/>
          <p:nvPr/>
        </p:nvSpPr>
        <p:spPr>
          <a:xfrm>
            <a:off x="7808976" y="713232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1353312"/>
            <a:ext cx="1417320" cy="310896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13533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Type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Pipeline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74520" y="1353312"/>
            <a:ext cx="1078992" cy="310896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28" name="Text 26"/>
          <p:cNvSpPr/>
          <p:nvPr/>
        </p:nvSpPr>
        <p:spPr>
          <a:xfrm>
            <a:off x="1874520" y="13533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(Commit / PR)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099816" y="1353312"/>
            <a:ext cx="1078992" cy="310896"/>
          </a:xfrm>
          <a:prstGeom prst="rect">
            <a:avLst/>
          </a:prstGeom>
          <a:solidFill>
            <a:srgbClr val="5A8BA5"/>
          </a:solidFill>
          <a:ln/>
        </p:spPr>
      </p:sp>
      <p:sp>
        <p:nvSpPr>
          <p:cNvPr id="30" name="Text 28"/>
          <p:cNvSpPr/>
          <p:nvPr/>
        </p:nvSpPr>
        <p:spPr>
          <a:xfrm>
            <a:off x="3099816" y="13533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(Post-Deploy)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25112" y="1353312"/>
            <a:ext cx="1078992" cy="310896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32" name="Text 30"/>
          <p:cNvSpPr/>
          <p:nvPr/>
        </p:nvSpPr>
        <p:spPr>
          <a:xfrm>
            <a:off x="4325112" y="13533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(Post-Deploy)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550408" y="1353312"/>
            <a:ext cx="1078992" cy="310896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34" name="Text 32"/>
          <p:cNvSpPr/>
          <p:nvPr/>
        </p:nvSpPr>
        <p:spPr>
          <a:xfrm>
            <a:off x="5550408" y="13533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(Post-Deploy)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75704" y="1353312"/>
            <a:ext cx="1078992" cy="310896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36" name="Text 34"/>
          <p:cNvSpPr/>
          <p:nvPr/>
        </p:nvSpPr>
        <p:spPr>
          <a:xfrm>
            <a:off x="6775704" y="13533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(Post-Deploy)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1682496"/>
            <a:ext cx="14173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1682496"/>
            <a:ext cx="45720" cy="310896"/>
          </a:xfrm>
          <a:prstGeom prst="rect">
            <a:avLst/>
          </a:prstGeom>
          <a:solidFill>
            <a:srgbClr val="92847A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168249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Analysis</a:t>
            </a:r>
            <a:endParaRPr lang="en-US" sz="800" dirty="0"/>
          </a:p>
          <a:p>
            <a:pPr indent="0" marL="0">
              <a:buNone/>
            </a:pPr>
            <a:r>
              <a:rPr lang="en-US" sz="700" b="1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874520" y="1682496"/>
            <a:ext cx="1078992" cy="310896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41" name="Text 39"/>
          <p:cNvSpPr/>
          <p:nvPr/>
        </p:nvSpPr>
        <p:spPr>
          <a:xfrm>
            <a:off x="1874520" y="168249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Commit + PR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099816" y="1682496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099816" y="168249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325112" y="1682496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325112" y="168249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550408" y="1682496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5550408" y="168249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775704" y="1682496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775704" y="168249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57200" y="2011680"/>
            <a:ext cx="14173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457200" y="2011680"/>
            <a:ext cx="45720" cy="310896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20116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800" dirty="0"/>
          </a:p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874520" y="2011680"/>
            <a:ext cx="1078992" cy="310896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54" name="Text 52"/>
          <p:cNvSpPr/>
          <p:nvPr/>
        </p:nvSpPr>
        <p:spPr>
          <a:xfrm>
            <a:off x="1874520" y="201168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Commit + PR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099816" y="2011680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3099816" y="201168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325112" y="2011680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4325112" y="201168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550408" y="2011680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5550408" y="201168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775704" y="2011680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6775704" y="201168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57200" y="2340864"/>
            <a:ext cx="14173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457200" y="2340864"/>
            <a:ext cx="45720" cy="310896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65" name="Text 63"/>
          <p:cNvSpPr/>
          <p:nvPr/>
        </p:nvSpPr>
        <p:spPr>
          <a:xfrm>
            <a:off x="548640" y="234086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Tests</a:t>
            </a:r>
            <a:endParaRPr lang="en-US" sz="800" dirty="0"/>
          </a:p>
          <a:p>
            <a:pPr indent="0" marL="0">
              <a:buNone/>
            </a:pPr>
            <a:r>
              <a:rPr lang="en-US" sz="7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only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874520" y="2340864"/>
            <a:ext cx="1078992" cy="310896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67" name="Text 65"/>
          <p:cNvSpPr/>
          <p:nvPr/>
        </p:nvSpPr>
        <p:spPr>
          <a:xfrm>
            <a:off x="1874520" y="234086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(mocked deps)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3099816" y="2340864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3099816" y="234086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325112" y="2340864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4325112" y="234086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550408" y="2340864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5550408" y="234086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6775704" y="2340864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6775704" y="234086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457200" y="2670048"/>
            <a:ext cx="14173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hape 75"/>
          <p:cNvSpPr/>
          <p:nvPr/>
        </p:nvSpPr>
        <p:spPr>
          <a:xfrm>
            <a:off x="457200" y="2670048"/>
            <a:ext cx="45720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8" name="Text 76"/>
          <p:cNvSpPr/>
          <p:nvPr/>
        </p:nvSpPr>
        <p:spPr>
          <a:xfrm>
            <a:off x="548640" y="26700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Tests</a:t>
            </a:r>
            <a:endParaRPr lang="en-US" sz="800" dirty="0"/>
          </a:p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874520" y="2670048"/>
            <a:ext cx="1078992" cy="310896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80" name="Text 78"/>
          <p:cNvSpPr/>
          <p:nvPr/>
        </p:nvSpPr>
        <p:spPr>
          <a:xfrm>
            <a:off x="1874520" y="267004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Pact + Schema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3099816" y="2670048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80"/>
          <p:cNvSpPr/>
          <p:nvPr/>
        </p:nvSpPr>
        <p:spPr>
          <a:xfrm>
            <a:off x="3099816" y="267004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4325112" y="2670048"/>
            <a:ext cx="1078992" cy="310896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84" name="Text 82"/>
          <p:cNvSpPr/>
          <p:nvPr/>
        </p:nvSpPr>
        <p:spPr>
          <a:xfrm>
            <a:off x="4325112" y="267004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can-i-deploy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5550408" y="2670048"/>
            <a:ext cx="1078992" cy="310896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86" name="Text 84"/>
          <p:cNvSpPr/>
          <p:nvPr/>
        </p:nvSpPr>
        <p:spPr>
          <a:xfrm>
            <a:off x="5550408" y="267004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can-i-deploy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6775704" y="2670048"/>
            <a:ext cx="1078992" cy="310896"/>
          </a:xfrm>
          <a:prstGeom prst="rect">
            <a:avLst/>
          </a:prstGeom>
          <a:solidFill>
            <a:srgbClr val="E6FFFA"/>
          </a:solidFill>
          <a:ln/>
        </p:spPr>
      </p:sp>
      <p:sp>
        <p:nvSpPr>
          <p:cNvPr id="88" name="Text 86"/>
          <p:cNvSpPr/>
          <p:nvPr/>
        </p:nvSpPr>
        <p:spPr>
          <a:xfrm>
            <a:off x="6775704" y="267004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can-i-deploy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57200" y="2999232"/>
            <a:ext cx="14173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Shape 88"/>
          <p:cNvSpPr/>
          <p:nvPr/>
        </p:nvSpPr>
        <p:spPr>
          <a:xfrm>
            <a:off x="457200" y="2999232"/>
            <a:ext cx="45720" cy="3108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1" name="Text 89"/>
          <p:cNvSpPr/>
          <p:nvPr/>
        </p:nvSpPr>
        <p:spPr>
          <a:xfrm>
            <a:off x="548640" y="29992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Smoke: Tier 1</a:t>
            </a:r>
            <a:endParaRPr lang="en-US" sz="800" dirty="0"/>
          </a:p>
          <a:p>
            <a:pPr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(all envs)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1874520" y="2999232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91"/>
          <p:cNvSpPr/>
          <p:nvPr/>
        </p:nvSpPr>
        <p:spPr>
          <a:xfrm>
            <a:off x="1874520" y="299923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3099816" y="2999232"/>
            <a:ext cx="1078992" cy="310896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95" name="Text 93"/>
          <p:cNvSpPr/>
          <p:nvPr/>
        </p:nvSpPr>
        <p:spPr>
          <a:xfrm>
            <a:off x="3099816" y="299923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+ Read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4325112" y="2999232"/>
            <a:ext cx="1078992" cy="310896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97" name="Text 95"/>
          <p:cNvSpPr/>
          <p:nvPr/>
        </p:nvSpPr>
        <p:spPr>
          <a:xfrm>
            <a:off x="4325112" y="299923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+ Read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5550408" y="2999232"/>
            <a:ext cx="1078992" cy="310896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99" name="Text 97"/>
          <p:cNvSpPr/>
          <p:nvPr/>
        </p:nvSpPr>
        <p:spPr>
          <a:xfrm>
            <a:off x="5550408" y="299923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+ Read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6775704" y="2999232"/>
            <a:ext cx="1078992" cy="310896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01" name="Text 99"/>
          <p:cNvSpPr/>
          <p:nvPr/>
        </p:nvSpPr>
        <p:spPr>
          <a:xfrm>
            <a:off x="6775704" y="299923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+ Read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457200" y="3328416"/>
            <a:ext cx="14173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457200" y="3328416"/>
            <a:ext cx="45720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4" name="Text 102"/>
          <p:cNvSpPr/>
          <p:nvPr/>
        </p:nvSpPr>
        <p:spPr>
          <a:xfrm>
            <a:off x="548640" y="33284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Smoke: Tier 2</a:t>
            </a:r>
            <a:endParaRPr lang="en-US" sz="800" dirty="0"/>
          </a:p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(T+U)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1874520" y="3328416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4"/>
          <p:cNvSpPr/>
          <p:nvPr/>
        </p:nvSpPr>
        <p:spPr>
          <a:xfrm>
            <a:off x="1874520" y="332841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3099816" y="3328416"/>
            <a:ext cx="1078992" cy="310896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108" name="Text 106"/>
          <p:cNvSpPr/>
          <p:nvPr/>
        </p:nvSpPr>
        <p:spPr>
          <a:xfrm>
            <a:off x="3099816" y="332841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+ Verify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4325112" y="3328416"/>
            <a:ext cx="1078992" cy="310896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110" name="Text 108"/>
          <p:cNvSpPr/>
          <p:nvPr/>
        </p:nvSpPr>
        <p:spPr>
          <a:xfrm>
            <a:off x="4325112" y="332841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+ Verify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5550408" y="3328416"/>
            <a:ext cx="1078992" cy="310896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112" name="Text 110"/>
          <p:cNvSpPr/>
          <p:nvPr/>
        </p:nvSpPr>
        <p:spPr>
          <a:xfrm>
            <a:off x="5550408" y="332841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+ Verify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6775704" y="3328416"/>
            <a:ext cx="1078992" cy="31089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4" name="Text 112"/>
          <p:cNvSpPr/>
          <p:nvPr/>
        </p:nvSpPr>
        <p:spPr>
          <a:xfrm>
            <a:off x="6775704" y="332841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60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BLOCKED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457200" y="3657600"/>
            <a:ext cx="14173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6" name="Shape 114"/>
          <p:cNvSpPr/>
          <p:nvPr/>
        </p:nvSpPr>
        <p:spPr>
          <a:xfrm>
            <a:off x="457200" y="3657600"/>
            <a:ext cx="45720" cy="310896"/>
          </a:xfrm>
          <a:prstGeom prst="rect">
            <a:avLst/>
          </a:prstGeom>
          <a:solidFill>
            <a:srgbClr val="5A8BA5"/>
          </a:solidFill>
          <a:ln/>
        </p:spPr>
      </p:sp>
      <p:sp>
        <p:nvSpPr>
          <p:cNvPr id="117" name="Text 115"/>
          <p:cNvSpPr/>
          <p:nvPr/>
        </p:nvSpPr>
        <p:spPr>
          <a:xfrm>
            <a:off x="548640" y="36576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Smoke: Tier 3</a:t>
            </a:r>
            <a:endParaRPr lang="en-US" sz="800" dirty="0"/>
          </a:p>
          <a:p>
            <a:pPr indent="0" marL="0">
              <a:buNone/>
            </a:pPr>
            <a:r>
              <a:rPr lang="en-US" sz="700" b="1" dirty="0">
                <a:solidFill>
                  <a:srgbClr val="5A8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(T only)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1874520" y="3657600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Text 117"/>
          <p:cNvSpPr/>
          <p:nvPr/>
        </p:nvSpPr>
        <p:spPr>
          <a:xfrm>
            <a:off x="1874520" y="365760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3099816" y="3657600"/>
            <a:ext cx="1078992" cy="310896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121" name="Text 119"/>
          <p:cNvSpPr/>
          <p:nvPr/>
        </p:nvSpPr>
        <p:spPr>
          <a:xfrm>
            <a:off x="3099816" y="365760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8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5A8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chain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4325112" y="3657600"/>
            <a:ext cx="1078992" cy="310896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123" name="Text 121"/>
          <p:cNvSpPr/>
          <p:nvPr/>
        </p:nvSpPr>
        <p:spPr>
          <a:xfrm>
            <a:off x="4325112" y="365760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8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5A8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chain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5550408" y="3657600"/>
            <a:ext cx="1078992" cy="31089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5" name="Text 123"/>
          <p:cNvSpPr/>
          <p:nvPr/>
        </p:nvSpPr>
        <p:spPr>
          <a:xfrm>
            <a:off x="5550408" y="365760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60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BLOCKED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6775704" y="3657600"/>
            <a:ext cx="1078992" cy="31089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7" name="Text 125"/>
          <p:cNvSpPr/>
          <p:nvPr/>
        </p:nvSpPr>
        <p:spPr>
          <a:xfrm>
            <a:off x="6775704" y="365760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60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BLOCKED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457200" y="3986784"/>
            <a:ext cx="14173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9" name="Shape 127"/>
          <p:cNvSpPr/>
          <p:nvPr/>
        </p:nvSpPr>
        <p:spPr>
          <a:xfrm>
            <a:off x="457200" y="3986784"/>
            <a:ext cx="45720" cy="310896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30" name="Text 128"/>
          <p:cNvSpPr/>
          <p:nvPr/>
        </p:nvSpPr>
        <p:spPr>
          <a:xfrm>
            <a:off x="548640" y="398678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Integration</a:t>
            </a:r>
            <a:endParaRPr lang="en-US" sz="800" dirty="0"/>
          </a:p>
          <a:p>
            <a:pPr indent="0" marL="0">
              <a:buNone/>
            </a:pPr>
            <a:r>
              <a:rPr lang="en-US" sz="70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1874520" y="3986784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2" name="Text 130"/>
          <p:cNvSpPr/>
          <p:nvPr/>
        </p:nvSpPr>
        <p:spPr>
          <a:xfrm>
            <a:off x="1874520" y="39867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3099816" y="3986784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4" name="Text 132"/>
          <p:cNvSpPr/>
          <p:nvPr/>
        </p:nvSpPr>
        <p:spPr>
          <a:xfrm>
            <a:off x="3099816" y="39867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4325112" y="3986784"/>
            <a:ext cx="1078992" cy="310896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136" name="Text 134"/>
          <p:cNvSpPr/>
          <p:nvPr/>
        </p:nvSpPr>
        <p:spPr>
          <a:xfrm>
            <a:off x="4325112" y="39867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suite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5550408" y="3986784"/>
            <a:ext cx="1078992" cy="310896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138" name="Text 136"/>
          <p:cNvSpPr/>
          <p:nvPr/>
        </p:nvSpPr>
        <p:spPr>
          <a:xfrm>
            <a:off x="5550408" y="39867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6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8E6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subset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6775704" y="3986784"/>
            <a:ext cx="1078992" cy="31089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40" name="Text 138"/>
          <p:cNvSpPr/>
          <p:nvPr/>
        </p:nvSpPr>
        <p:spPr>
          <a:xfrm>
            <a:off x="6775704" y="39867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60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BLOCKED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457200" y="4315968"/>
            <a:ext cx="14173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Shape 140"/>
          <p:cNvSpPr/>
          <p:nvPr/>
        </p:nvSpPr>
        <p:spPr>
          <a:xfrm>
            <a:off x="457200" y="4315968"/>
            <a:ext cx="45720" cy="310896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143" name="Text 141"/>
          <p:cNvSpPr/>
          <p:nvPr/>
        </p:nvSpPr>
        <p:spPr>
          <a:xfrm>
            <a:off x="548640" y="43159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Tests</a:t>
            </a:r>
            <a:endParaRPr lang="en-US" sz="800" dirty="0"/>
          </a:p>
          <a:p>
            <a:pPr indent="0" marL="0">
              <a:buNone/>
            </a:pPr>
            <a:r>
              <a:rPr lang="en-US" sz="700" b="1" dirty="0">
                <a:solidFill>
                  <a:srgbClr val="960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1874520" y="4315968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5" name="Text 143"/>
          <p:cNvSpPr/>
          <p:nvPr/>
        </p:nvSpPr>
        <p:spPr>
          <a:xfrm>
            <a:off x="1874520" y="431596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3099816" y="4315968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7" name="Text 145"/>
          <p:cNvSpPr/>
          <p:nvPr/>
        </p:nvSpPr>
        <p:spPr>
          <a:xfrm>
            <a:off x="3099816" y="431596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325112" y="4315968"/>
            <a:ext cx="1078992" cy="310896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149" name="Text 147"/>
          <p:cNvSpPr/>
          <p:nvPr/>
        </p:nvSpPr>
        <p:spPr>
          <a:xfrm>
            <a:off x="4325112" y="431596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E2E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5550408" y="4315968"/>
            <a:ext cx="1078992" cy="310896"/>
          </a:xfrm>
          <a:prstGeom prst="rect">
            <a:avLst/>
          </a:prstGeom>
          <a:solidFill>
            <a:srgbClr val="FFFAF0"/>
          </a:solidFill>
          <a:ln/>
        </p:spPr>
      </p:sp>
      <p:sp>
        <p:nvSpPr>
          <p:cNvPr id="151" name="Text 149"/>
          <p:cNvSpPr/>
          <p:nvPr/>
        </p:nvSpPr>
        <p:spPr>
          <a:xfrm>
            <a:off x="5550408" y="431596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6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8E6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(safe)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6775704" y="4315968"/>
            <a:ext cx="1078992" cy="31089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53" name="Text 151"/>
          <p:cNvSpPr/>
          <p:nvPr/>
        </p:nvSpPr>
        <p:spPr>
          <a:xfrm>
            <a:off x="6775704" y="431596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60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BLOCKED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457200" y="4645152"/>
            <a:ext cx="14173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5" name="Shape 153"/>
          <p:cNvSpPr/>
          <p:nvPr/>
        </p:nvSpPr>
        <p:spPr>
          <a:xfrm>
            <a:off x="457200" y="4645152"/>
            <a:ext cx="45720" cy="310896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156" name="Text 154"/>
          <p:cNvSpPr/>
          <p:nvPr/>
        </p:nvSpPr>
        <p:spPr>
          <a:xfrm>
            <a:off x="548640" y="46451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00" dirty="0"/>
          </a:p>
          <a:p>
            <a:pPr indent="0" marL="0">
              <a:buNone/>
            </a:pPr>
            <a:r>
              <a:rPr lang="en-US" sz="700" b="1" dirty="0">
                <a:solidFill>
                  <a:srgbClr val="960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1874520" y="4645152"/>
            <a:ext cx="107899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8" name="Text 156"/>
          <p:cNvSpPr/>
          <p:nvPr/>
        </p:nvSpPr>
        <p:spPr>
          <a:xfrm>
            <a:off x="1874520" y="464515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3099816" y="4645152"/>
            <a:ext cx="1078992" cy="310896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160" name="Text 158"/>
          <p:cNvSpPr/>
          <p:nvPr/>
        </p:nvSpPr>
        <p:spPr>
          <a:xfrm>
            <a:off x="3099816" y="464515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4325112" y="4645152"/>
            <a:ext cx="1078992" cy="310896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162" name="Text 160"/>
          <p:cNvSpPr/>
          <p:nvPr/>
        </p:nvSpPr>
        <p:spPr>
          <a:xfrm>
            <a:off x="4325112" y="464515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56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5550408" y="4645152"/>
            <a:ext cx="1078992" cy="31089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64" name="Text 162"/>
          <p:cNvSpPr/>
          <p:nvPr/>
        </p:nvSpPr>
        <p:spPr>
          <a:xfrm>
            <a:off x="5550408" y="464515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60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BLOCKED</a:t>
            </a:r>
            <a:endParaRPr lang="en-US" sz="700" dirty="0"/>
          </a:p>
        </p:txBody>
      </p:sp>
      <p:sp>
        <p:nvSpPr>
          <p:cNvPr id="165" name="Shape 163"/>
          <p:cNvSpPr/>
          <p:nvPr/>
        </p:nvSpPr>
        <p:spPr>
          <a:xfrm>
            <a:off x="6775704" y="4645152"/>
            <a:ext cx="1078992" cy="310896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66" name="Text 164"/>
          <p:cNvSpPr/>
          <p:nvPr/>
        </p:nvSpPr>
        <p:spPr>
          <a:xfrm>
            <a:off x="6775704" y="464515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60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BLOCKED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457200" y="4864608"/>
            <a:ext cx="128016" cy="128016"/>
          </a:xfrm>
          <a:prstGeom prst="rect">
            <a:avLst/>
          </a:prstGeom>
          <a:solidFill>
            <a:srgbClr val="002C4B"/>
          </a:solidFill>
          <a:ln/>
        </p:spPr>
      </p:sp>
      <p:sp>
        <p:nvSpPr>
          <p:cNvPr id="168" name="Text 166"/>
          <p:cNvSpPr/>
          <p:nvPr/>
        </p:nvSpPr>
        <p:spPr>
          <a:xfrm>
            <a:off x="640080" y="4855464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= Azure DevOps (PR only, pre-deploy)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2651760" y="4864608"/>
            <a:ext cx="128016" cy="128016"/>
          </a:xfrm>
          <a:prstGeom prst="rect">
            <a:avLst/>
          </a:prstGeom>
          <a:solidFill>
            <a:srgbClr val="8E654C"/>
          </a:solidFill>
          <a:ln/>
        </p:spPr>
      </p:sp>
      <p:sp>
        <p:nvSpPr>
          <p:cNvPr id="170" name="Text 168"/>
          <p:cNvSpPr/>
          <p:nvPr/>
        </p:nvSpPr>
        <p:spPr>
          <a:xfrm>
            <a:off x="2834640" y="4855464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= Tekton (ServiceNow, app/system level)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4846320" y="4864608"/>
            <a:ext cx="128016" cy="128016"/>
          </a:xfrm>
          <a:prstGeom prst="rect">
            <a:avLst/>
          </a:prstGeom>
          <a:solidFill>
            <a:srgbClr val="33566F"/>
          </a:solidFill>
          <a:ln/>
        </p:spPr>
      </p:sp>
      <p:sp>
        <p:nvSpPr>
          <p:cNvPr id="172" name="Text 170"/>
          <p:cNvSpPr/>
          <p:nvPr/>
        </p:nvSpPr>
        <p:spPr>
          <a:xfrm>
            <a:off x="5029200" y="4855464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= ADO + Tekton (post-CD)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7040880" y="4864608"/>
            <a:ext cx="128016" cy="128016"/>
          </a:xfrm>
          <a:prstGeom prst="rect">
            <a:avLst/>
          </a:prstGeom>
          <a:solidFill>
            <a:srgbClr val="960021"/>
          </a:solidFill>
          <a:ln/>
        </p:spPr>
      </p:sp>
      <p:sp>
        <p:nvSpPr>
          <p:cNvPr id="174" name="Text 172"/>
          <p:cNvSpPr/>
          <p:nvPr/>
        </p:nvSpPr>
        <p:spPr>
          <a:xfrm>
            <a:off x="7223760" y="4855464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2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= Safety Guard Blocked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Patch Delivery</dc:title>
  <dc:subject>PptxGenJS Presentation</dc:subject>
  <dc:creator>Quality Engineering</dc:creator>
  <cp:lastModifiedBy>Quality Engineering</cp:lastModifiedBy>
  <cp:revision>1</cp:revision>
  <dcterms:created xsi:type="dcterms:W3CDTF">2026-03-17T16:22:17Z</dcterms:created>
  <dcterms:modified xsi:type="dcterms:W3CDTF">2026-03-17T16:22:17Z</dcterms:modified>
</cp:coreProperties>
</file>